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4" r:id="rId10"/>
    <p:sldId id="277" r:id="rId11"/>
    <p:sldId id="320" r:id="rId12"/>
    <p:sldId id="32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Student Academic Records System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Akash K                                   roll 2520090127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V Deepak                                  roll 2520030503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Team Lead: Akash K</a:t>
            </a: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1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Dr. P. Srilatha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Student Academic Records System is a web-based application developed to efficiently manage and maintain student academic information in educational institutions.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Traditional methods of handling academic records manually are time-consuming, error-prone, and difficult to manage as student data grows.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This system provides a centralized digital platform for managing academic records accurately and securely.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It allows administrators and faculty to store student details, enter subject-wise marks, and automatically calculate grades, GPA, and CGPA.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Additional features include backlog identification, semester-wise performance history, transcript generation, re-evaluation request management, and result tracking.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Developed using: HTML, CSS, JavaScript, React.js, Node.js, Express.js, and MySQL.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system reduces manual paperwork, minimizes human errors, and improves the efficiency of academic data management.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Background: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Educational institutions maintain vast amounts of academic data for each student across multiple semesters.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Managing this data manually leads to errors, delays, and inefficiencies in reporting and decision-making.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Purpose: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Student Academic Records System (SARS) is designed to digitize, centralize, and automate student academic data management.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Technology Stack: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Frontend: HTML5, CSS3, JavaScript (ES6+), React.js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Backend: Node.js, Express.js | Database: MySQL | Tools: Axios, Postman, VS Code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Existing Challenges: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1. Manual maintenance of student marks, grades, and academic history is tedious and error-prone.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2. No centralized platform to store and retrieve semester-wise academic records.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3. Difficulty in automatic calculation of GPA and CGPA across multiple semesters.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4. Lack of transparent communication between students and faculty for revaluation requests.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5. Time-consuming process of generating transcripts and academic reports.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6. No automated identification of backlogs or failed subjects.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Proposed Solution: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A centralized web-based system that automates all these tasks with a user-friendly interface.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870A2F-C0E9-2852-8190-11282E8D9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8" y="1600200"/>
            <a:ext cx="6788944" cy="45259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/>
          <a:lstStyle/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1. Centralized Record Management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Store all student academic data in one secure, accessible system.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2. Automated Grade Calculation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Automatically compute grades, GPA, and CGPA based on entered marks.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3. Backlog Identification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Automatically flag failed subjects and track pending clearances.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 Transcript Generation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Generate official semester-wise academic transcripts on demand.</a:t>
            </a:r>
          </a:p>
          <a:p>
            <a:pPr algn="l">
              <a:lnSpc>
                <a:spcPts val="3000"/>
              </a:lnSpc>
            </a:pPr>
            <a:r>
              <a:rPr lang="en-US" sz="19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5. Revaluation Management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Enable students to request revaluations and track their status.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1: Student Management (Roll: 2520090127 - Akash 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Add, update, and maintain student personal details and database storage/retrieval.</a:t>
            </a:r>
          </a:p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2: Marks &amp; Grade Calculation (Roll: 2520030503 - V Deepak)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Enter semester-wise marks; automatically calculate grades, GPA, and CGPA.</a:t>
            </a:r>
          </a:p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3: Transcript &amp; Report Module (Roll: 2520090127 - Akash 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Generate semester-wise academic reports, transcripts, and performance history.</a:t>
            </a:r>
          </a:p>
          <a:p>
            <a:pPr algn="l">
              <a:lnSpc>
                <a:spcPts val="3000"/>
              </a:lnSpc>
            </a:pP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 4: Admin &amp; Revaluation Module (Roll: 2520030503 - V Deepak)</a:t>
            </a:r>
          </a:p>
          <a:p>
            <a:pPr algn="l">
              <a:lnSpc>
                <a:spcPts val="3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Manage admin activities, backlog identification, and revaluation request processing.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Centralized Academic Record Management</a:t>
            </a:r>
            <a:r>
              <a:rPr lang="en-IN" dirty="0"/>
              <a:t> The system will provide a centralized platform for storing and managing student academic information, reducing the need for manual record keeping. </a:t>
            </a:r>
          </a:p>
          <a:p>
            <a:r>
              <a:rPr lang="en-IN" b="1" dirty="0"/>
              <a:t>Improved Data Accuracy</a:t>
            </a:r>
            <a:r>
              <a:rPr lang="en-IN" dirty="0"/>
              <a:t> Automated data entry and validation processes will minimize human errors and ensure accurate maintenance of student records. </a:t>
            </a:r>
          </a:p>
          <a:p>
            <a:r>
              <a:rPr lang="en-IN" b="1" dirty="0"/>
              <a:t>Efficient Access to Information</a:t>
            </a:r>
            <a:r>
              <a:rPr lang="en-IN" dirty="0"/>
              <a:t> Students, faculty, and administrators will be able to access academic records quickly and securely, improving overall operational efficiency. </a:t>
            </a:r>
          </a:p>
          <a:p>
            <a:r>
              <a:rPr lang="en-IN" b="1" dirty="0"/>
              <a:t>Automated GPA and Performance Tracking</a:t>
            </a:r>
            <a:r>
              <a:rPr lang="en-IN" dirty="0"/>
              <a:t> The system will automatically calculate GPA, track academic progress, and generate performance reports, reducing administrative workload. </a:t>
            </a:r>
          </a:p>
          <a:p>
            <a:r>
              <a:rPr lang="en-IN" b="1" dirty="0"/>
              <a:t>Enhanced Security and Privacy</a:t>
            </a:r>
            <a:r>
              <a:rPr lang="en-IN" dirty="0"/>
              <a:t> Role-based authentication and secure database management will protect sensitive academic information from unauthorized access. </a:t>
            </a:r>
          </a:p>
          <a:p>
            <a:r>
              <a:rPr lang="en-IN" b="1" dirty="0"/>
              <a:t>Faster Report Generation</a:t>
            </a:r>
            <a:r>
              <a:rPr lang="en-IN" dirty="0"/>
              <a:t> Academic transcripts, grade reports, attendance summaries, and other documents can be generated instantly, saving time and effort. </a:t>
            </a:r>
          </a:p>
          <a:p>
            <a:r>
              <a:rPr lang="en-IN" b="1" dirty="0"/>
              <a:t>Better Decision-Making</a:t>
            </a:r>
            <a:r>
              <a:rPr lang="en-IN" dirty="0"/>
              <a:t> Administrators can utilize academic data and performance analytics to make informed decisions regarding student progress and institutional planning.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Student Academic Records System addresses challenges of manual academic record management.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By automating grade calculations, transcript generation, and revaluation management, it improves accuracy and efficiency.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The system provides a reliable, user-friendly, and scalable solution for educational institutions.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Future Scope: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1. Mobile application (React Native) for student access on the go.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2. Integration with university ERP systems for seamless data exchange.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3. AI-based performance prediction and academic counseling features.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4. SMS/Email notifications for result publication and revaluation updates.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1. React.js Documentation - https://reactjs.org/docs/getting-started.html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2. Node.js Documentation - https://nodejs.org/en/docs/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3. Express.js Guide - https://expressjs.com/en/guide/routing.html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4. MySQL Reference Manual - https://dev.mysql.com/doc/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5. MDN Web Docs (HTML, CSS, JS) - https://developer.mozilla.org/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6. Axios Documentation - https://axios-http.com/docs/intro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7. Postman API Testing Guide - https://learning.postman.com/</a:t>
            </a:r>
          </a:p>
          <a:p>
            <a:pPr algn="l">
              <a:lnSpc>
                <a:spcPts val="3000"/>
              </a:lnSpc>
            </a:pPr>
            <a:r>
              <a:rPr lang="en-US" sz="1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8. Pressman, R. S. (2014). Software Engineering: A Practitioner's Approach. McGraw-Hill.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1103</Words>
  <Application>Microsoft Office PowerPoint</Application>
  <PresentationFormat>On-screen Show (4:3)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 A Project Review Meeting    on Student Academic Records System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Deepak Vucha</cp:lastModifiedBy>
  <cp:revision>198</cp:revision>
  <dcterms:created xsi:type="dcterms:W3CDTF">2006-08-16T00:00:00Z</dcterms:created>
  <dcterms:modified xsi:type="dcterms:W3CDTF">2026-06-05T08:12:49Z</dcterms:modified>
</cp:coreProperties>
</file>